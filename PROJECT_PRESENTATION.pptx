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5" r:id="rId1"/>
  </p:sldMasterIdLst>
  <p:sldIdLst>
    <p:sldId id="268" r:id="rId2"/>
    <p:sldId id="267" r:id="rId3"/>
    <p:sldId id="258" r:id="rId4"/>
    <p:sldId id="257" r:id="rId5"/>
    <p:sldId id="265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84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8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32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9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3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9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4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4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07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29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6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8853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24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3723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40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86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04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2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10826-3625-0089-827F-424DBC9FD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97124"/>
            <a:ext cx="7929562" cy="1320800"/>
          </a:xfrm>
        </p:spPr>
        <p:txBody>
          <a:bodyPr>
            <a:normAutofit/>
          </a:bodyPr>
          <a:lstStyle/>
          <a:p>
            <a:r>
              <a:rPr lang="en-US" sz="4000" dirty="0"/>
              <a:t>UNIVERSITY COURSE ENROLLMENT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A3AF6-7CD6-D1CF-81CC-5A9392E4B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781" y="4529138"/>
            <a:ext cx="6691314" cy="2155163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Swathi 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Shelvapulle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- 700792797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Puppala Charan Sai - 700787150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Prabhat Bellamkonda - 700794792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Junaid Khan - 700774061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27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DD4C-01F3-FBE2-A76D-6FADE93A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149" y="676275"/>
            <a:ext cx="4148139" cy="8763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66391-1529-CFD3-5DF9-10CBB100F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361" y="1722899"/>
            <a:ext cx="6347714" cy="4598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Database Tables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Integrity &amp; Constraints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Table Definition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 – Database Aware of AI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Impact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75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086" y="1006477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implemented in SQLite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university.db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university schema to reduce redundancy.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use of primary keys and foreign keys for integrity.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roles (admin, teacher, student) via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login_credentials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core operations: registration, scheduling, enrollment, grading.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712" y="839790"/>
            <a:ext cx="6347713" cy="1320800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Language: Python 3.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(REST APIs, business logic)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(role-based dashboards)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university.db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normalized schema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LLM: Google Gemini (via google-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Other: sqlite3, pandas, requests, python-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logging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0FE3-0132-DCF6-CBCA-2EC1E40C9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013" y="504825"/>
            <a:ext cx="3148014" cy="1320800"/>
          </a:xfrm>
        </p:spPr>
        <p:txBody>
          <a:bodyPr/>
          <a:lstStyle/>
          <a:p>
            <a:r>
              <a:rPr lang="en-US" b="1" dirty="0"/>
              <a:t>ER-Diagram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290F2987-8529-08A6-9A22-32CF5B154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077" y="1471612"/>
            <a:ext cx="8253886" cy="462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8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424" y="957262"/>
            <a:ext cx="5033963" cy="973137"/>
          </a:xfrm>
        </p:spPr>
        <p:txBody>
          <a:bodyPr>
            <a:no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30399"/>
            <a:ext cx="6347714" cy="3880773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–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building, budget.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–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title,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(FK), credits.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– ID (PK), name,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tot_cred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– ID (PK), name,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(FK), salary.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– course offerings by term: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sec_id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semester, year, building,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room_number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time_slot_id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capacity.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&amp; teaches – link students/instructors to sections.</a:t>
            </a: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time_slot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classroom,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prereq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advisor – scheduling &amp; relationships.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4" y="688054"/>
            <a:ext cx="7662864" cy="969296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Integrity &amp;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57350"/>
            <a:ext cx="6347714" cy="3880773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on core entities 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enforce relationships (e.g.,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course.dept_name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department.dept_name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section.capacity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 maximum enrollments per section.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rules enforced via SQL queries and backend logic: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Avoid duplicate enrollments in the same section.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 per-term credit limits for students (e.g., 12 credits).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schedule conflicts using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time_slot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Table Definition (SQLite)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IF NOT EXISTS course (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VARCHAR(8) PRIMARY KEY,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title       VARCHAR(50) NOT NULL,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VARCHAR(20) NOT NULL,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credits     INTEGER NOT NULL,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department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 – Database-Aware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47865"/>
            <a:ext cx="6347714" cy="3880773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is used to translate natural language questions into SQL.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exposes /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ai_query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 to the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receives schema description (without sensitive tables).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generates a SELECT-only SQL query, respecting user role and username.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runs safety checks: no INSERT/UPDATE/DELETE, no sensitive tables.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executed on SQLite and explained back in natural language.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Impact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(Database-Focused)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005015"/>
            <a:ext cx="6347714" cy="3880773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relational schema supports enrollment, scheduling, and reporting.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 and constraints prevent inconsistent data states.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querying enables non-technical users to explore the database safely.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limits and capacity checks are enforced via database queries.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can be migrated from SQLite to PostgreSQL/MySQL for production.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is ready for analytics (e.g., course popularity, pass rates) using the same schema.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839790"/>
            <a:ext cx="6347713" cy="1320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– Database &amp;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003428"/>
            <a:ext cx="6347714" cy="3880773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 to a scalable RDBMS (e.g., PostgreSQL) for multi-user deployment.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indexing and query optimization for large datasets.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audit tables to track changes (e.g., enrollment history).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AI prompts to support more complex analytical SQL while maintaining safety.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role-based row-level security for sensitive student data.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8B2E-A4F2-171B-E5D8-CD5A84A65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1" y="2595562"/>
            <a:ext cx="6347714" cy="1320800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12812857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</TotalTime>
  <Words>687</Words>
  <Application>Microsoft Office PowerPoint</Application>
  <PresentationFormat>On-screen Show (4:3)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Facet</vt:lpstr>
      <vt:lpstr>UNIVERSITY COURSE ENROLLMENT</vt:lpstr>
      <vt:lpstr>OVERVIEW</vt:lpstr>
      <vt:lpstr>Database Design – Overview</vt:lpstr>
      <vt:lpstr>Technologies Used</vt:lpstr>
      <vt:lpstr>ER-Diagram</vt:lpstr>
      <vt:lpstr>Key Database Tables</vt:lpstr>
      <vt:lpstr>Database Integrity &amp; Constraints</vt:lpstr>
      <vt:lpstr>Sample Table Definition (SQLite)</vt:lpstr>
      <vt:lpstr>LLM Integration – Database-Aware AI</vt:lpstr>
      <vt:lpstr>Results &amp; Impact  (Database-Focused)</vt:lpstr>
      <vt:lpstr>Future Scope – Database &amp; AI</vt:lpstr>
      <vt:lpstr>THANK 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Rithvik</dc:creator>
  <cp:keywords/>
  <dc:description>generated using python-pptx</dc:description>
  <cp:lastModifiedBy>Sunny Dinnu</cp:lastModifiedBy>
  <cp:revision>13</cp:revision>
  <dcterms:created xsi:type="dcterms:W3CDTF">2013-01-27T09:14:16Z</dcterms:created>
  <dcterms:modified xsi:type="dcterms:W3CDTF">2025-12-13T19:06:36Z</dcterms:modified>
  <cp:category/>
</cp:coreProperties>
</file>